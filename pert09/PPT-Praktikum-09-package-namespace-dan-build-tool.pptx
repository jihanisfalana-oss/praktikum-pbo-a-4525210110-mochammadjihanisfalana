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Package, Namespace, dan Build Tool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yang membuat framework bisa menemukan kelas Anda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pertemuan ini 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pertemuan 7, semua kode berada di satu folder datar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cukup untuk latihan, tetapi mustahil untuk framework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menemukan kelas Anda lewat autoload PSR-4 Composer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menemukannya lewat component scanning atas package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menuntut satu hal: struktur direktori Anda harus sesuai aturan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(Java) dan Namespace (PHP)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421671"/>
                <a:gridCol w="2794236"/>
                <a:gridCol w="27942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Deklarasi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id.ac.univpancasila.pbo;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Pbo\Model;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Pemisah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miring terbalik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Memakai kelas lain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...Buku;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Pbo\Model\Buku;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Cocok dengan folder?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ya, bila PSR-4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Konvensi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terbalik, huruf kecil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StudlyCaps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yang bersesuaian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313178"/>
          </a:xfrm>
          <a:prstGeom prst="roundRect">
            <a:avLst>
              <a:gd name="adj" fmla="val 237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9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src/main/java/id/ac/univpancasila/pbo/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model/Buku.java     -&gt; package id.ac.univpancasila.pbo.model;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util/Format.java    -&gt; package id.ac.univpancasila.pbo.util;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Model/Buku.php      -&gt; namespace Pbo\Model;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Util/Format.php     -&gt; namespace Pbo\Util;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— struktur baku yang dipakai Spring Boot juga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3242201"/>
                <a:gridCol w="4767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/ perintah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berkas konfigurasi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src/test/java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pengujian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kompilasi — jangan di-commit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compile / test / 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kompilasi, uji, bungkus jadi .jar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 PSR-4 — inti Composer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313178"/>
          </a:xfrm>
          <a:prstGeom prst="roundRect">
            <a:avLst>
              <a:gd name="adj" fmla="val 237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9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composer.json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"autoload": { "psr-4": { "Pbo\\": "src/" }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Pbo\Model\Buku  -&gt;  src/Model/Buku.php  (otomatis)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main.php cukup satu baris: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"/vendor/autoload.php";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2135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mekanisme yang membuat Laravel bisa menemukan Model dan Controller Anda.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860766"/>
                <a:gridCol w="51493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/ penanda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Naik ketika / artinya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perubahan yang merusak kompatibilitas (Laravel 12 → 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fitur baru yang tetap kompatibel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perbaikan bug saja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^13.0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13.0.0 dan &lt; 14.0.0 — pilihan biasa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composer.lock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 di-commit untuk aplikasi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yang benar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423160"/>
          </a:xfrm>
          <a:prstGeom prst="roundRect">
            <a:avLst>
              <a:gd name="adj" fmla="val 2264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Java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PHP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/vendor/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  .vscode/  .settings/  .DS_Store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31336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materi lama mata kuliah ini menyertakan ratusan berkas .class dan direktori bin/. Itu contoh yang tidak untuk ditiru.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package tidak cocok dengan folder — ClassNotFoundException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tidak cocok dengan path PSR-4 — sering hanya beda huruf besar-kecil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Meng-commit vendor/ dan target/ — repositori membengkak ratusan megabita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composer.lock "agar bersih" — tim memasang versi berbeda-beda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Restrukturisasi Sistem Perpustakaan menjadi proyek Maven dan proyek Composer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satu dependensi eksternal pada masing-masing, dan pakai fungsinya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.gitignore repositori tugas Anda; jalankan git status untuk memeriksanya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9 — Package, Namespace, dan Build Tool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