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OOP dan Lingkungan Pengembangan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99232"/>
            <a:ext cx="7461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objek, dan bagaimana menyiapkan perkakasnya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011680" cy="0"/>
          </a:xfrm>
          <a:prstGeom prst="line">
            <a:avLst/>
          </a:prstGeom>
          <a:noFill/>
          <a:ln w="19050">
            <a:solidFill>
              <a:srgbClr val="D8D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 ·  Prodi Informatika, Fakultas Teknik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Pancasila  ·  Adi Wahyu Pribadi, S.Si., M.Kom.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pertemuan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mengapa program prosedural sulit dirawat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gagasan objek: data + perilaku dalam satu unit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Menyebutkan empat pilar OOP dan letaknya di mata kuliah ini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program OOP pertama di Java dan PHP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Masalahnya: data yang tercerai-berai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1565148"/>
          </a:xfrm>
          <a:prstGeom prst="roundRect">
            <a:avLst>
              <a:gd name="adj" fmla="val 350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1199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nama;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double[] nilaiTugas;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double[] nilaiUts;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double[] nilaiUas;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973324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penyisipan yang terlewat di salah satu array — dan seluruh nilai salah, tanpa satu pun pesan kesalahan.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gejala program prosedural yang membesar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3242201"/>
                <a:gridCol w="47679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Gejala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Wujudnya di kode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tercerai-berai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paralel, variabel global, struct tanpa perilaku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 penjaga aturan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Siapa pun boleh mengubah nilai apa pun, kapan pun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Perubahan menjalar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Menambah satu kolom = menyunting puluhan fungsi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Gagasan OOP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Satukan data dan perilaku yang mengurusnya ke dalam satu unit — objek — lalu tutup aksesnya.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objek itu sendiri yang boleh mengubah datanya.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pilar OOP — peta jalan mata kuliah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1907177"/>
                <a:gridCol w="4767943"/>
                <a:gridCol w="13350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Pertanyaan yang dijawab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Pertemuan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Enkapsulasi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Bagaimana melindungi data dari perubahan sembarangan?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Pewarisan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Bagaimana memakai ulang rancangan yang sudah ada?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Polimorfisme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Bagaimana satu perintah menghasilkan perilaku berbeda?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Abstraksi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Bagaimana menyembunyikan kerumitan di balik kontrak?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yang sama, dua bahasa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3849624" cy="2798064"/>
          </a:xfrm>
          <a:prstGeom prst="roundRect">
            <a:avLst>
              <a:gd name="adj" fmla="val 1961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1700784"/>
            <a:ext cx="3447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Mahasiswa { }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nama;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Mahasiswa(String n)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this.nama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m.hitungAkhir()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7448" y="1225296"/>
            <a:ext cx="3849624" cy="2798064"/>
          </a:xfrm>
          <a:prstGeom prst="roundRect">
            <a:avLst>
              <a:gd name="adj" fmla="val 1961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2861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28616" y="1700784"/>
            <a:ext cx="3447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Mahasiswa { }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$nama;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__construct(string $n)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$this-&gt;nama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$m-&gt;hitungAkhir()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__toString()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Konsepnya satu, sintaksnya dua. Jangan menghafal sintaks — pahami konsepnya.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 yang harus siap pekan depan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479330"/>
                <a:gridCol w="2479330"/>
                <a:gridCol w="305148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Verifikasi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(LTS)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-version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 -v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 atau 8.5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-v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composer -V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--version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dipilih karena LTS. Rilis non-LTS hanya didukung enam bulan.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 pemula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semua kode di dalam main() — itu masih prosedural, hanya berbaju kelas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berisi atribut publik tanpa method — itu struct, bukan objek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Mengira OOP berarti "harus banyak kelas"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Menghafal sintaks tanpa memahami konsep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60704"/>
            <a:ext cx="8010144" cy="3017520"/>
          </a:xfrm>
          <a:prstGeom prst="roundRect">
            <a:avLst>
              <a:gd name="adj" fmla="val 151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1298448"/>
            <a:ext cx="7424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pekan ini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47088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contoh Java dan PHP di modul/01-paradigma-oop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200–300 kata: kapan kode Anda pernah sulit diubah karena datanya tercerai-berai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tangkapan layar verifikasi lingkungan + tautan repositori Git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Universitas Pancasila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 — Paradigma OOP dan Lingkungan Pengembangan</dc:title>
  <dc:subject>PptxGenJS Presentation</dc:subject>
  <dc:creator>Adi Wahyu Pribadi, S.Si., M.Kom.</dc:creator>
  <cp:lastModifiedBy>Adi Wahyu Pribadi, S.Si., M.Kom.</cp:lastModifiedBy>
  <cp:revision>1</cp:revision>
  <dcterms:created xsi:type="dcterms:W3CDTF">2026-09-10T04:15:06Z</dcterms:created>
  <dcterms:modified xsi:type="dcterms:W3CDTF">2026-09-10T04:15:06Z</dcterms:modified>
</cp:coreProperties>
</file>